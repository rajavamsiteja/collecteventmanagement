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Figtree"/>
      <p:regular r:id="rId201314"/>
    </p:embeddedFont>
    <p:embeddedFont>
      <p:font typeface="Figtree Medium"/>
      <p:regular r:id="rId201315"/>
    </p:embeddedFont>
    <p:embeddedFont>
      <p:font typeface="Figtree Bold"/>
      <p:regular r:id="rId201316"/>
    </p:embeddedFont>
    <p:embeddedFont>
      <p:font typeface="Outfit Ligh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B6F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A9C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792460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54" kern="100" dirty="0">
                <a:solidFill>
                  <a:srgbClr val="FBF3E2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FULL-STACK MERN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594558"/>
            <a:ext cx="7315017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76" kern="100" dirty="0">
                <a:solidFill>
                  <a:srgbClr val="FBF3E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College Event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76" kern="100" dirty="0">
                <a:solidFill>
                  <a:srgbClr val="FBF3E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Management System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09585" y="5638800"/>
            <a:ext cx="731501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BF3E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Centralized web platform for real-time event creation, participant tracking, and automated campus workflow management.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C6DE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8947" y="2921000"/>
            <a:ext cx="507987" cy="5080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343" y="3733800"/>
            <a:ext cx="203195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322"/>
            <a:ext cx="10972526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21406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From campus friction to one live event portal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3657600"/>
            <a:ext cx="5867253" cy="3200400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267200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910455"/>
            <a:ext cx="464808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Problem: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585" y="5507335"/>
            <a:ext cx="46480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Manual campus announcements cause scheduling conflicts and poor student engagement.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4442" y="3657600"/>
            <a:ext cx="5867253" cy="3200400"/>
          </a:xfrm>
          <a:prstGeom prst="rect">
            <a:avLst/>
          </a:prstGeom>
          <a:solidFill>
            <a:srgbClr val="C6DE6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027" y="4267200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4027" y="4910455"/>
            <a:ext cx="464808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Solution: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934027" y="5507335"/>
            <a:ext cx="46480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single digital portal providing real-time schedules, venue details, and registration.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49057"/>
            <a:ext cx="10972526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21406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Three deliverables make the prototype usable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3177381"/>
            <a:ext cx="3454314" cy="2275185"/>
          </a:xfrm>
          <a:prstGeom prst="roundRect">
            <a:avLst>
              <a:gd name="adj" fmla="val 8038"/>
            </a:avLst>
          </a:prstGeom>
          <a:solidFill>
            <a:srgbClr val="FBF3E2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712686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MERN Engine: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179" y="4309566"/>
            <a:ext cx="29971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Unified JavaScript architecture across client and server.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8691" y="3177381"/>
            <a:ext cx="3454314" cy="2275185"/>
          </a:xfrm>
          <a:prstGeom prst="roundRect">
            <a:avLst>
              <a:gd name="adj" fmla="val 8038"/>
            </a:avLst>
          </a:prstGeom>
          <a:solidFill>
            <a:srgbClr val="FBF3E2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3712686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CRUD Operations: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97285" y="4309566"/>
            <a:ext cx="2997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Instant database mutations to add, view, update, and delete events.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3177381"/>
            <a:ext cx="3454314" cy="2275185"/>
          </a:xfrm>
          <a:prstGeom prst="roundRect">
            <a:avLst>
              <a:gd name="adj" fmla="val 8038"/>
            </a:avLst>
          </a:prstGeom>
          <a:solidFill>
            <a:srgbClr val="FBF3E2"/>
          </a:solidFill>
          <a:ln/>
        </p:spPr>
      </p:sp>
      <p:sp>
        <p:nvSpPr>
          <p:cNvPr id="10" name="Text 8"/>
          <p:cNvSpPr/>
          <p:nvPr/>
        </p:nvSpPr>
        <p:spPr>
          <a:xfrm>
            <a:off x="8356391" y="3712686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Role Access: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56391" y="4309566"/>
            <a:ext cx="29971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JWT authentication securing admin and organizer routes.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1949" y="2872581"/>
            <a:ext cx="609585" cy="609600"/>
          </a:xfrm>
          <a:prstGeom prst="ellipse">
            <a:avLst/>
          </a:prstGeom>
          <a:solidFill>
            <a:srgbClr val="C6DE6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345" y="3024981"/>
            <a:ext cx="304792" cy="304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791055" y="2872581"/>
            <a:ext cx="609585" cy="609600"/>
          </a:xfrm>
          <a:prstGeom prst="ellipse">
            <a:avLst/>
          </a:prstGeom>
          <a:solidFill>
            <a:srgbClr val="C6DE6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51" y="3024981"/>
            <a:ext cx="304792" cy="304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0161" y="2872581"/>
            <a:ext cx="609585" cy="609600"/>
          </a:xfrm>
          <a:prstGeom prst="ellipse">
            <a:avLst/>
          </a:prstGeom>
          <a:solidFill>
            <a:srgbClr val="C6DE6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557" y="3024981"/>
            <a:ext cx="304792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322"/>
            <a:ext cx="10972526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FBF3E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One JavaScript stack, four connected layers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41648"/>
            <a:ext cx="2514537" cy="2737445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4" name="Shape 2"/>
          <p:cNvSpPr/>
          <p:nvPr/>
        </p:nvSpPr>
        <p:spPr>
          <a:xfrm>
            <a:off x="838179" y="1670248"/>
            <a:ext cx="507987" cy="508000"/>
          </a:xfrm>
          <a:prstGeom prst="ellipse">
            <a:avLst/>
          </a:prstGeom>
          <a:solidFill>
            <a:srgbClr val="E3AE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670248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332553"/>
            <a:ext cx="205734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Frontend: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8179" y="2929434"/>
            <a:ext cx="20573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React.js dynamic user interface.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8914" y="1441648"/>
            <a:ext cx="2514537" cy="2737445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9" name="Shape 6"/>
          <p:cNvSpPr/>
          <p:nvPr/>
        </p:nvSpPr>
        <p:spPr>
          <a:xfrm>
            <a:off x="3657509" y="1670248"/>
            <a:ext cx="507987" cy="508000"/>
          </a:xfrm>
          <a:prstGeom prst="ellipse">
            <a:avLst/>
          </a:prstGeom>
          <a:solidFill>
            <a:srgbClr val="E3AEC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1670248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509" y="2332553"/>
            <a:ext cx="205734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Middleware: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657509" y="2929434"/>
            <a:ext cx="20573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Express.js REST API layer.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48244" y="1441648"/>
            <a:ext cx="2514537" cy="2737445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76838" y="1670248"/>
            <a:ext cx="507987" cy="508000"/>
          </a:xfrm>
          <a:prstGeom prst="ellipse">
            <a:avLst/>
          </a:prstGeom>
          <a:solidFill>
            <a:srgbClr val="E3AEC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1670248"/>
            <a:ext cx="507987" cy="508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6838" y="2332553"/>
            <a:ext cx="205734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 Runtime: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476838" y="3340894"/>
            <a:ext cx="20573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Node.js event-driven server.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067573" y="1441648"/>
            <a:ext cx="2514537" cy="2737445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19" name="Shape 14"/>
          <p:cNvSpPr/>
          <p:nvPr/>
        </p:nvSpPr>
        <p:spPr>
          <a:xfrm>
            <a:off x="9296167" y="1670248"/>
            <a:ext cx="507987" cy="508000"/>
          </a:xfrm>
          <a:prstGeom prst="ellipse">
            <a:avLst/>
          </a:prstGeom>
          <a:solidFill>
            <a:srgbClr val="E3AEC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1670248"/>
            <a:ext cx="507987" cy="508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96167" y="2332553"/>
            <a:ext cx="205734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Database: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9296167" y="2929434"/>
            <a:ext cx="20573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MongoDB document storage.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322"/>
            <a:ext cx="10972526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21406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Events move cleanly from schema to REST API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2767509"/>
            <a:ext cx="5547281" cy="4090491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377109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020364"/>
            <a:ext cx="432811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Schema Fields: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585" y="4617244"/>
            <a:ext cx="43281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eventName, date, time, venue, organizer, participants count.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851974" y="2767509"/>
            <a:ext cx="6339721" cy="4090491"/>
          </a:xfrm>
          <a:prstGeom prst="rect">
            <a:avLst/>
          </a:prstGeom>
          <a:solidFill>
            <a:srgbClr val="C6DE6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59" y="3377109"/>
            <a:ext cx="406390" cy="3611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61559" y="3975120"/>
            <a:ext cx="512055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REST Endpoints: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461559" y="4572000"/>
            <a:ext cx="51205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GET /api/events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61559" y="5029200"/>
            <a:ext cx="51205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POST /api/events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61559" y="5486400"/>
            <a:ext cx="51205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PUT /api/events/:id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61559" y="5943600"/>
            <a:ext cx="51205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DELETE /api/events/:id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72101"/>
            <a:ext cx="10972526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21406F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Students discover; admins act in place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2492177"/>
            <a:ext cx="3454314" cy="2737445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720777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3383082"/>
            <a:ext cx="299712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Event Discovery Feed: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38179" y="4391422"/>
            <a:ext cx="29971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Filterable card grid displaying venue and seat availability.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68691" y="2492177"/>
            <a:ext cx="3454314" cy="2737445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720777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97285" y="3383082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Modal Management: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597285" y="3979962"/>
            <a:ext cx="29971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Inline forms for instant event creation without page reloads.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27797" y="2492177"/>
            <a:ext cx="3454314" cy="2737445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720777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6391" y="3383082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1406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Quick Actions: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356391" y="3979962"/>
            <a:ext cx="29971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1406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One-click edit and delete controls for administrators.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6857"/>
            <a:ext cx="10972526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44" kern="100" dirty="0">
                <a:solidFill>
                  <a:srgbClr val="FBF3E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Prototype today. Smarter campus operations next.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3050381"/>
            <a:ext cx="5257668" cy="2224385"/>
          </a:xfrm>
          <a:prstGeom prst="rect">
            <a:avLst/>
          </a:prstGeom>
          <a:solidFill>
            <a:srgbClr val="FBF3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278981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3839686"/>
            <a:ext cx="480048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State: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38179" y="4436566"/>
            <a:ext cx="4800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Fully functional CRUD backend and responsive frontend prototype.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4442" y="3050381"/>
            <a:ext cx="5257668" cy="2224385"/>
          </a:xfrm>
          <a:prstGeom prst="rect">
            <a:avLst/>
          </a:prstGeom>
          <a:solidFill>
            <a:srgbClr val="C6DE6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3278981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3036" y="3839686"/>
            <a:ext cx="480048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Future Scope: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553036" y="4436566"/>
            <a:ext cx="4800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Automated email reminders, QR code ticket validation, and department analytics dashboard.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2026-10-10T04:43:57Z</dcterms:created>
  <dcterms:modified xsi:type="dcterms:W3CDTF">2026-10-10T04:43:57Z</dcterms:modified>
</cp:coreProperties>
</file>